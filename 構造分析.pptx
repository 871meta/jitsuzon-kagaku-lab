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0"/>
            <a:ext cx="6400800" cy="0"/>
          </a:xfrm>
          <a:prstGeom prst="line">
            <a:avLst/>
          </a:prstGeom>
          <a:noFill/>
          <a:ln w="635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構造分析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Profiling™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SNS戦略教科書  サマリー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箭内宏紀｜実存科学研究所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全体構造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6350">
            <a:solidFill>
              <a:srgbClr val="C8A9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構造分析とは何か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6002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感動の構造を言語化すること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なぜ構造分析をするのか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468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認知率がゼロ → 既存市場に最強の武器を持ち込む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どうやって構造分析をするのか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3337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選定→分析→命名 ＋ 視覚・聴覚の実装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今すぐ構造分析をやってみよう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6032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企画の成立条件 ＋ 実例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最強の武器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635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すべてはこの一点に収束する：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感動の構造を言語化する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4864" cy="4572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50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第一の武器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「Metaがある限り自由意志はない」── 思想的基盤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54864" cy="4572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36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第二の武器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「天命の言語化セッション™」── 対話技術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4864" cy="4572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822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第三の武器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069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構造分析 ── SNS上での実装形態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全体最適 ＝ 「箭内宏紀に構造分析されたい」という状況を作ること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三動作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6350">
            <a:solidFill>
              <a:srgbClr val="C8A9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2560320" cy="3200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選定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心が中動態で動いた対象だけを扱う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「語らずにはいられない」が発火しないものは扱わない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280160"/>
            <a:ext cx="2560320" cy="3200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対象の深層構造を露出させる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3200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「なぜ感動するのか」の構造を解剖する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280160"/>
            <a:ext cx="2560320" cy="3200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命名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751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感動の構造に名前を与える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200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三層の射程：アーティスト → ファン → セッション見込み客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89788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感動の定義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635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すでに感じていたが、まだ言葉になっていなかったもの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に言葉が与えられた瞬間、身体が不随意に反応する現象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すでに感じていた ── 感動の原材料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まだ言葉になっていなかった ── 確認でも学習でもない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言葉が与えられた ── 命名の瞬間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身体が不随意に反応する ── 中動態的に発生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現象 ── 単一感情ではなく複合的現象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感動発生の3条件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6350">
            <a:solidFill>
              <a:srgbClr val="C8A9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7772400" cy="960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すでに知っていること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受け手の中にその対象の体験がある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選定が実装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7772400" cy="960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予測が裏切られること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驚き＋「そうだったのか」が同時に起きる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分析が実装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772400" cy="960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自分の内側と重なること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対象の分析が自己認識に変わる瞬間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命名が実装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800" kern="0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感動攻略フレームワーク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572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572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受け手がすでに感じていることを観る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640080" cy="6400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45920" y="2395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3957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引き出す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697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隠された構造を引き出す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45920" y="32186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32186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響かせる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520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受け手自身の内側に響かせる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640080" cy="6400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645920" y="4041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0" y="40416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名づける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4343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構造に名前を与える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感動の4型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6350">
            <a:solidFill>
              <a:srgbClr val="C8A9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1965960" cy="3200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露出型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隠されていた意味が見える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1965960" cy="3200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8892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接続型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88920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別々に見えていたものが繋がる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1965960" cy="3200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命名型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37760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名前のなかったものに名前がつく（最深）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1280160"/>
            <a:ext cx="1965960" cy="3200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必然型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Inevitability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283464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偶然が必然だったと判明する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原則：1コンテンツ＝1型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企画の成立条件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6350">
            <a:solidFill>
              <a:srgbClr val="C8A9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594360" cy="5943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29844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アクセスの確保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60934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検索キーワード ＋「なぜ」の問い ＋ トレンドとの接点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594360" cy="5943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48716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信頼の確定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7980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まだ存在しなかった名前 ＋ 他にない深さ ＋ 対象への愛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94360" cy="5943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57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6758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橋の生成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98678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最後に読者自身に問いが返る ＋ プロフィール設計 ＋ 蓄積量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3条件すべてがYesの企画だけを投下する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削ぎ落としの美学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635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原則：虚像にならないこと。すべてが実体に裏打ちされている。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828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スキンヘッド × べっ甲メガネ × 黒いシャツ。以上。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423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黒・白・グレー・深い茶色。低彩度。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17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3017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正面顔出し最小限。パーツで構成。影を恐れない。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1188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3611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遅く、低く、語尾が下がる。感情を構造化した声。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54864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06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フォント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77440" y="4206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白文字 × 黒背景。一画面に一文以内。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セッションへの導線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6350">
            <a:solidFill>
              <a:srgbClr val="C8A9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7772400" cy="777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アーティスト本人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783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「こんな風に論じてくれる人はいない」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772400" cy="777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788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「なぜこんなに言語化できるんだ」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7772400" cy="777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セッション見込み客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794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「この目で自分を見てもらえたら」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最重要指標 ＝ 「なぜこんなに言語化できるんだ」がSNS上で発生しているか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828800"/>
            <a:ext cx="6400800" cy="0"/>
          </a:xfrm>
          <a:prstGeom prst="line">
            <a:avLst/>
          </a:prstGeom>
          <a:noFill/>
          <a:ln w="635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あとは実行するだけである。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箭内宏紀｜実存科学研究所　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構造分析 SNS戦略サマリー</dc:title>
  <dc:subject>PptxGenJS Presentation</dc:subject>
  <dc:creator>箭内宏紀</dc:creator>
  <cp:lastModifiedBy>箭内宏紀</cp:lastModifiedBy>
  <cp:revision>1</cp:revision>
  <dcterms:created xsi:type="dcterms:W3CDTF">2026-03-04T15:41:13Z</dcterms:created>
  <dcterms:modified xsi:type="dcterms:W3CDTF">2026-03-04T15:41:13Z</dcterms:modified>
</cp:coreProperties>
</file>